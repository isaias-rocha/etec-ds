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9144000"/>
  <p:embeddedFontLst>
    <p:embeddedFont>
      <p:font typeface="Play" panose="020B0604020202020204" charset="0"/>
      <p:regular r:id="rId83"/>
      <p:bold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iHmU6fiMB3xb8QkNeB+pCGPh3I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font" Target="fonts/font2.fntdata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1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8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769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Shared Preferences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Minhas anotacoes</a:t>
            </a:r>
            <a:r>
              <a:rPr lang="pt-BR" sz="3200">
                <a:solidFill>
                  <a:schemeClr val="lt1"/>
                </a:solidFill>
              </a:rPr>
              <a:t>	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solidFill>
            <a:srgbClr val="0B769F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pt-BR">
                <a:solidFill>
                  <a:srgbClr val="0070C0"/>
                </a:solidFill>
              </a:rPr>
              <a:t>https://www.udemy.com/course/curso-de-desenvolvimento-android-oreo/learn/lecture/8685190?start=75#questions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8882743" y="1253331"/>
            <a:ext cx="2685143" cy="31393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que aprendemos a trabalhar com a classe SharedPreferences, vamos ver algumas aplicações, começando por um sistema que é semelhante a um bloco de notas.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novo projeto chamado Minhas Anotacoes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 descr="Tela de um aparelho eletrôni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53832" y="641758"/>
            <a:ext cx="2884336" cy="583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882743" y="1253331"/>
            <a:ext cx="2685143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Comece colocando um botão no final da pagina com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FloatingActionButton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 o botão ao pe do layout, a direita.</a:t>
            </a:r>
            <a:endParaRPr/>
          </a:p>
        </p:txBody>
      </p:sp>
      <p:pic>
        <p:nvPicPr>
          <p:cNvPr id="103" name="Google Shape;103;p3" descr="Tela de computador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8882743" y="1253331"/>
            <a:ext cx="2685143" cy="2246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Baixe da biblioteca o botão de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vector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icone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localize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Mude a cor dele para #85584a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0" name="Google Shape;110;p4" descr="Tela de computador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8882743" y="1253331"/>
            <a:ext cx="2685143" cy="20313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um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ImageView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essas configurações, lembrando que precisa importar a imagem para a pasta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drawable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usar</a:t>
            </a:r>
            <a:endParaRPr/>
          </a:p>
        </p:txBody>
      </p:sp>
      <p:pic>
        <p:nvPicPr>
          <p:cNvPr id="117" name="Google Shape;117;p5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8882743" y="1253331"/>
            <a:ext cx="2685143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um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EditText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digitar a anotacao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6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8939893" y="889863"/>
            <a:ext cx="2890157" cy="50782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vez terminado o desenho do layout, o próximo passo seria declarar os objetos na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MainActivity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depois ligar com o método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fincViewById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vamos ver outro jeito de fazer isso, abrindo o 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gradle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inserindo o comando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buildFeatures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viewBinding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vai criar uma classe com todos os elementos do layout de uma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vez.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lang="pt-BR"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7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8882743" y="1253331"/>
            <a:ext cx="2685143" cy="2523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sincronizar o 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criar uma classe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ActivityMainBinding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essa classe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(Declarar significa criar uma variável do tipo da classe)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38" name="Google Shape;138;p8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29168" y="1267618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8882743" y="1253331"/>
            <a:ext cx="2685143" cy="36317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Infle a classe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ActivityMainBinding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altere o parâmetro do método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setContentView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apontar para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binding.getRoot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podemos acessar qualquer elemento do layout sem precisar usar o método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findViewById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5" name="Google Shape;145;p9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8882743" y="1253331"/>
            <a:ext cx="2685143" cy="30777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evento de clique para o botão checklist que criamos.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colocar uma mensagem ao clicar o botão.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agora temos que desenvolver a logica para salvar o texto digitado.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2" name="Google Shape;152;p10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8882743" y="1253331"/>
            <a:ext cx="2685143" cy="48013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 aulas passadas aprendemos a salvar dados com 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SharedPreferences,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usamos aqui dentro do método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onCreate.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otimizar isso criando uma classe para salvar e recuperar os dados.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Isao vai deixar nosso código mais limpo, organizado e de fácil manutenção.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isso, botão direito no pacote principal,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java class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1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5" name="Google Shape;165;p12"/>
          <p:cNvSpPr txBox="1"/>
          <p:nvPr/>
        </p:nvSpPr>
        <p:spPr>
          <a:xfrm>
            <a:off x="8882743" y="1253331"/>
            <a:ext cx="2685143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um nome. Aqui coloquei AnotacaoPreferencias.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classe tem que ficar no memso pacote do MainActivity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2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8882743" y="1253331"/>
            <a:ext cx="2685143" cy="31392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nossa classe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AnotacaoPreferencias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vamos ter dois métodos: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salvarAnotacao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)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tipo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retorno, e o método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recuperarAnotacao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)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tipo </a:t>
            </a:r>
            <a:r>
              <a:rPr lang="pt-B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pois vamos recuperar um texto.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3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838201" y="751344"/>
            <a:ext cx="10515599" cy="53553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 precisamos salvar a anotação.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pra isso, precisamos acessar o método que recupera o objeto de preferencias que eh o método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getSharedPreferences da classe SharedPreferences.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nos não temos ainda, porque essa nossa classe não herda nenhum recurso de outras classes.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SharedPreferences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pertence a outra classe chamada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usamos a SharedPreferences dentro da MainActivity, ela herda de outra classe a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AppCompatActivity.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essa AppCompatActivity herda 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isso usamos a classe SharedPreferences dentro da MainActivity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porque ela já esta importada, estando então disponível.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Resumindo: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getSharedPreferences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 pertence à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nossa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AnotacaoPreferencias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simples e não herda de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portanto não dá acesso direto a esse método.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resolver isso, podemos passar 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AnotacaoPreferencias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através do construtor.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é uma prática comum para disponibilizar recursos do sistema a classes que não são componentes do Android (como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8882743" y="1253331"/>
            <a:ext cx="2918732" cy="30777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pratica: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 classe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SharedPreferences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o editor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SharedPreferences.Editor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editor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uma constante 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NOME_CHAVE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guardar a chave no  arquivo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86" name="Google Shape;186;p15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8882743" y="1253331"/>
            <a:ext cx="2685143" cy="36933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construtor que receba o contexto.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 já temos acesso ao meteo getSharedPreferences pois ele precisa da classe Context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construtor tem o mesmo nome da classe AnotacaoPreferencias e roda na hora em que instanciamos a classe.</a:t>
            </a:r>
            <a:endParaRPr/>
          </a:p>
        </p:txBody>
      </p:sp>
      <p:pic>
        <p:nvPicPr>
          <p:cNvPr id="193" name="Google Shape;193;p16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882743" y="1253331"/>
            <a:ext cx="2685143" cy="9233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basta fazer os métodos que salvam e recuperam a anotacao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7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882743" y="1253331"/>
            <a:ext cx="2685143" cy="1477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para instanciar a nossa classe AnotacaoPreferencias, a gente tem que passar o Contexto.</a:t>
            </a:r>
            <a:endParaRPr/>
          </a:p>
        </p:txBody>
      </p:sp>
      <p:pic>
        <p:nvPicPr>
          <p:cNvPr id="207" name="Google Shape;207;p18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882743" y="1253331"/>
            <a:ext cx="2685143" cy="36317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no botão para salvar, primeiro pegamos o conteúdo digitado para ver se esta vazio, ou seja se o usuário digitou algo ou  não.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Tendo digitado, a gente chama o método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salvarAnotacao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passando o texto para ela.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4" name="Google Shape;214;p19" descr="Tela de computador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882743" y="1253331"/>
            <a:ext cx="2685143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nossa classe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AnotacaoPreferencias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métodos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salvarAnotacao( String anotacao)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armazena no arquivo.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0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882743" y="1253331"/>
            <a:ext cx="2685143" cy="23083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 do clique do botão, colocamos a chamada para o método </a:t>
            </a: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recuperarAnotacao( )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vai criar uma variável anotação e vai receber o que vem do arquivo, que foi salvo.</a:t>
            </a:r>
            <a:endParaRPr/>
          </a:p>
        </p:txBody>
      </p:sp>
      <p:pic>
        <p:nvPicPr>
          <p:cNvPr id="228" name="Google Shape;228;p21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882743" y="1253331"/>
            <a:ext cx="2685143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classe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AnotacaoPreferencias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lang="pt-B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recuperarAnotacao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) </a:t>
            </a: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pegar o conteúdo do arquivo e devolver.</a:t>
            </a:r>
            <a:endParaRPr dirty="0"/>
          </a:p>
        </p:txBody>
      </p:sp>
      <p:pic>
        <p:nvPicPr>
          <p:cNvPr id="235" name="Google Shape;235;p22" descr="Tela de computador com texto preto sobre fundo branc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882743" y="1253331"/>
            <a:ext cx="2685143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classe Snackbar exibe uma mensagem, semelhante a classe Toast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3" descr="Text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8882743" y="1253331"/>
            <a:ext cx="2685143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Clicando no botão, temos a mensagem </a:t>
            </a:r>
            <a:endParaRPr dirty="0"/>
          </a:p>
        </p:txBody>
      </p:sp>
      <p:pic>
        <p:nvPicPr>
          <p:cNvPr id="249" name="Google Shape;249;p24" descr="Interface gráfica do usuário, Texto, Aplicativo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3" name="Google Shape;283;p29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7" name="Google Shape;297;p31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4" name="Google Shape;304;p32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1" name="Google Shape;311;p33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8" name="Google Shape;318;p34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5" name="Google Shape;325;p35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2" name="Google Shape;332;p36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9" name="Google Shape;339;p37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6" name="Google Shape;346;p38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53" name="Google Shape;353;p39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60" name="Google Shape;360;p40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67" name="Google Shape;367;p41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74" name="Google Shape;374;p42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81" name="Google Shape;381;p43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88" name="Google Shape;388;p44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95" name="Google Shape;395;p45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02" name="Google Shape;402;p46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09" name="Google Shape;409;p47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16" name="Google Shape;416;p48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23" name="Google Shape;423;p49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37" name="Google Shape;437;p51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44" name="Google Shape;444;p52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51" name="Google Shape;451;p53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58" name="Google Shape;458;p54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65" name="Google Shape;465;p55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72" name="Google Shape;472;p56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79" name="Google Shape;479;p57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86" name="Google Shape;486;p58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93" name="Google Shape;493;p59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00" name="Google Shape;500;p60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07" name="Google Shape;507;p61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14" name="Google Shape;514;p62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21" name="Google Shape;521;p63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28" name="Google Shape;528;p64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35" name="Google Shape;535;p65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42" name="Google Shape;542;p66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49" name="Google Shape;549;p67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56" name="Google Shape;556;p68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63" name="Google Shape;563;p69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70" name="Google Shape;570;p70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77" name="Google Shape;577;p71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84" name="Google Shape;584;p72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91" name="Google Shape;591;p73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98" name="Google Shape;598;p74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05" name="Google Shape;605;p75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12" name="Google Shape;612;p76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19" name="Google Shape;619;p77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26" name="Google Shape;626;p78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33" name="Google Shape;633;p79"/>
          <p:cNvSpPr txBox="1"/>
          <p:nvPr/>
        </p:nvSpPr>
        <p:spPr>
          <a:xfrm>
            <a:off x="8882743" y="1253331"/>
            <a:ext cx="268514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641" name="Google Shape;641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42" name="Google Shape;642;p80"/>
          <p:cNvSpPr txBox="1"/>
          <p:nvPr/>
        </p:nvSpPr>
        <p:spPr>
          <a:xfrm>
            <a:off x="4432930" y="3401129"/>
            <a:ext cx="3326139" cy="923330"/>
          </a:xfrm>
          <a:prstGeom prst="rect">
            <a:avLst/>
          </a:prstGeom>
          <a:solidFill>
            <a:srgbClr val="A3C5E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Disciplina	</a:t>
            </a:r>
            <a:r>
              <a:rPr lang="pt-BR" sz="18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Aplicativos Mobile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	</a:t>
            </a:r>
            <a:r>
              <a:rPr lang="pt-BR" sz="1800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Fabio Claret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818</Words>
  <Application>Microsoft Office PowerPoint</Application>
  <PresentationFormat>Widescreen</PresentationFormat>
  <Paragraphs>61</Paragraphs>
  <Slides>80</Slides>
  <Notes>80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80</vt:i4>
      </vt:variant>
    </vt:vector>
  </HeadingPairs>
  <TitlesOfParts>
    <vt:vector size="83" baseType="lpstr">
      <vt:lpstr>Arial</vt:lpstr>
      <vt:lpstr>Play</vt:lpstr>
      <vt:lpstr>Tema do Office</vt:lpstr>
      <vt:lpstr>Shared Preferences Minhas anotacoes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cp:lastModifiedBy>FABIO CLARET TRIGO DE OLIVEIRA</cp:lastModifiedBy>
  <cp:revision>1</cp:revision>
  <dcterms:created xsi:type="dcterms:W3CDTF">2026-01-28T11:28:24Z</dcterms:created>
  <dcterms:modified xsi:type="dcterms:W3CDTF">2026-04-17T23:13:52Z</dcterms:modified>
</cp:coreProperties>
</file>